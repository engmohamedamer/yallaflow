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6F149F-A527-4EB8-BFEE-A166AA0975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D94DCC-3595-462C-B588-01F2AAE835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ADA88C5-8453-46AD-8A0C-5FA3ABA79A0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0" y="0"/>
            <a:ext cx="360" cy="67453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Contract Management System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0" y="0"/>
            <a:ext cx="360" cy="6233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Gold and Silver packages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0" y="0"/>
            <a:ext cx="360" cy="9048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Payment log tracks partial payments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